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12192000" cy="50292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7"/>
    <p:restoredTop sz="94714"/>
  </p:normalViewPr>
  <p:slideViewPr>
    <p:cSldViewPr snapToGrid="0" snapToObjects="1">
      <p:cViewPr varScale="1">
        <p:scale>
          <a:sx n="118" d="100"/>
          <a:sy n="118" d="100"/>
        </p:scale>
        <p:origin x="224" y="9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823066"/>
            <a:ext cx="9144000" cy="1750907"/>
          </a:xfrm>
        </p:spPr>
        <p:txBody>
          <a:bodyPr anchor="b"/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641495"/>
            <a:ext cx="9144000" cy="1214225"/>
          </a:xfrm>
        </p:spPr>
        <p:txBody>
          <a:bodyPr/>
          <a:lstStyle>
            <a:lvl1pPr marL="0" indent="0" algn="ctr">
              <a:buNone/>
              <a:defRPr sz="1760"/>
            </a:lvl1pPr>
            <a:lvl2pPr marL="335265" indent="0" algn="ctr">
              <a:buNone/>
              <a:defRPr sz="1467"/>
            </a:lvl2pPr>
            <a:lvl3pPr marL="670530" indent="0" algn="ctr">
              <a:buNone/>
              <a:defRPr sz="1320"/>
            </a:lvl3pPr>
            <a:lvl4pPr marL="1005794" indent="0" algn="ctr">
              <a:buNone/>
              <a:defRPr sz="1173"/>
            </a:lvl4pPr>
            <a:lvl5pPr marL="1341059" indent="0" algn="ctr">
              <a:buNone/>
              <a:defRPr sz="1173"/>
            </a:lvl5pPr>
            <a:lvl6pPr marL="1676324" indent="0" algn="ctr">
              <a:buNone/>
              <a:defRPr sz="1173"/>
            </a:lvl6pPr>
            <a:lvl7pPr marL="2011589" indent="0" algn="ctr">
              <a:buNone/>
              <a:defRPr sz="1173"/>
            </a:lvl7pPr>
            <a:lvl8pPr marL="2346853" indent="0" algn="ctr">
              <a:buNone/>
              <a:defRPr sz="1173"/>
            </a:lvl8pPr>
            <a:lvl9pPr marL="2682118" indent="0" algn="ctr">
              <a:buNone/>
              <a:defRPr sz="117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82554-AE4D-C640-AF5E-C3EA877FDE4B}" type="datetimeFigureOut">
              <a:rPr lang="en-US" smtClean="0"/>
              <a:t>10/21/18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7CE80-66DF-AB49-9D5A-D0DE2FB2C7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856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82554-AE4D-C640-AF5E-C3EA877FDE4B}" type="datetimeFigureOut">
              <a:rPr lang="en-US" smtClean="0"/>
              <a:t>10/21/18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7CE80-66DF-AB49-9D5A-D0DE2FB2C7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4078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253808"/>
            <a:ext cx="10515600" cy="2092007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3365607"/>
            <a:ext cx="10515600" cy="1100137"/>
          </a:xfrm>
        </p:spPr>
        <p:txBody>
          <a:bodyPr/>
          <a:lstStyle>
            <a:lvl1pPr marL="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1pPr>
            <a:lvl2pPr marL="335265" indent="0">
              <a:buNone/>
              <a:defRPr sz="1467">
                <a:solidFill>
                  <a:schemeClr val="tx1">
                    <a:tint val="75000"/>
                  </a:schemeClr>
                </a:solidFill>
              </a:defRPr>
            </a:lvl2pPr>
            <a:lvl3pPr marL="67053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3pPr>
            <a:lvl4pPr marL="1005794" indent="0">
              <a:buNone/>
              <a:defRPr sz="1173">
                <a:solidFill>
                  <a:schemeClr val="tx1">
                    <a:tint val="75000"/>
                  </a:schemeClr>
                </a:solidFill>
              </a:defRPr>
            </a:lvl4pPr>
            <a:lvl5pPr marL="1341059" indent="0">
              <a:buNone/>
              <a:defRPr sz="1173">
                <a:solidFill>
                  <a:schemeClr val="tx1">
                    <a:tint val="75000"/>
                  </a:schemeClr>
                </a:solidFill>
              </a:defRPr>
            </a:lvl5pPr>
            <a:lvl6pPr marL="1676324" indent="0">
              <a:buNone/>
              <a:defRPr sz="1173">
                <a:solidFill>
                  <a:schemeClr val="tx1">
                    <a:tint val="75000"/>
                  </a:schemeClr>
                </a:solidFill>
              </a:defRPr>
            </a:lvl6pPr>
            <a:lvl7pPr marL="2011589" indent="0">
              <a:buNone/>
              <a:defRPr sz="1173">
                <a:solidFill>
                  <a:schemeClr val="tx1">
                    <a:tint val="75000"/>
                  </a:schemeClr>
                </a:solidFill>
              </a:defRPr>
            </a:lvl7pPr>
            <a:lvl8pPr marL="2346853" indent="0">
              <a:buNone/>
              <a:defRPr sz="1173">
                <a:solidFill>
                  <a:schemeClr val="tx1">
                    <a:tint val="75000"/>
                  </a:schemeClr>
                </a:solidFill>
              </a:defRPr>
            </a:lvl8pPr>
            <a:lvl9pPr marL="2682118" indent="0">
              <a:buNone/>
              <a:defRPr sz="117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82554-AE4D-C640-AF5E-C3EA877FDE4B}" type="datetimeFigureOut">
              <a:rPr lang="en-US" smtClean="0"/>
              <a:t>10/21/18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7CE80-66DF-AB49-9D5A-D0DE2FB2C7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8744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338792"/>
            <a:ext cx="5181600" cy="319098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338792"/>
            <a:ext cx="5181600" cy="319098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82554-AE4D-C640-AF5E-C3EA877FDE4B}" type="datetimeFigureOut">
              <a:rPr lang="en-US" smtClean="0"/>
              <a:t>10/21/18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7CE80-66DF-AB49-9D5A-D0DE2FB2C7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0730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67758"/>
            <a:ext cx="10515600" cy="9720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232853"/>
            <a:ext cx="5157787" cy="604202"/>
          </a:xfrm>
        </p:spPr>
        <p:txBody>
          <a:bodyPr anchor="b"/>
          <a:lstStyle>
            <a:lvl1pPr marL="0" indent="0">
              <a:buNone/>
              <a:defRPr sz="1760" b="1"/>
            </a:lvl1pPr>
            <a:lvl2pPr marL="335265" indent="0">
              <a:buNone/>
              <a:defRPr sz="1467" b="1"/>
            </a:lvl2pPr>
            <a:lvl3pPr marL="670530" indent="0">
              <a:buNone/>
              <a:defRPr sz="1320" b="1"/>
            </a:lvl3pPr>
            <a:lvl4pPr marL="1005794" indent="0">
              <a:buNone/>
              <a:defRPr sz="1173" b="1"/>
            </a:lvl4pPr>
            <a:lvl5pPr marL="1341059" indent="0">
              <a:buNone/>
              <a:defRPr sz="1173" b="1"/>
            </a:lvl5pPr>
            <a:lvl6pPr marL="1676324" indent="0">
              <a:buNone/>
              <a:defRPr sz="1173" b="1"/>
            </a:lvl6pPr>
            <a:lvl7pPr marL="2011589" indent="0">
              <a:buNone/>
              <a:defRPr sz="1173" b="1"/>
            </a:lvl7pPr>
            <a:lvl8pPr marL="2346853" indent="0">
              <a:buNone/>
              <a:defRPr sz="1173" b="1"/>
            </a:lvl8pPr>
            <a:lvl9pPr marL="2682118" indent="0">
              <a:buNone/>
              <a:defRPr sz="1173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1837055"/>
            <a:ext cx="5157787" cy="270203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232853"/>
            <a:ext cx="5183188" cy="604202"/>
          </a:xfrm>
        </p:spPr>
        <p:txBody>
          <a:bodyPr anchor="b"/>
          <a:lstStyle>
            <a:lvl1pPr marL="0" indent="0">
              <a:buNone/>
              <a:defRPr sz="1760" b="1"/>
            </a:lvl1pPr>
            <a:lvl2pPr marL="335265" indent="0">
              <a:buNone/>
              <a:defRPr sz="1467" b="1"/>
            </a:lvl2pPr>
            <a:lvl3pPr marL="670530" indent="0">
              <a:buNone/>
              <a:defRPr sz="1320" b="1"/>
            </a:lvl3pPr>
            <a:lvl4pPr marL="1005794" indent="0">
              <a:buNone/>
              <a:defRPr sz="1173" b="1"/>
            </a:lvl4pPr>
            <a:lvl5pPr marL="1341059" indent="0">
              <a:buNone/>
              <a:defRPr sz="1173" b="1"/>
            </a:lvl5pPr>
            <a:lvl6pPr marL="1676324" indent="0">
              <a:buNone/>
              <a:defRPr sz="1173" b="1"/>
            </a:lvl6pPr>
            <a:lvl7pPr marL="2011589" indent="0">
              <a:buNone/>
              <a:defRPr sz="1173" b="1"/>
            </a:lvl7pPr>
            <a:lvl8pPr marL="2346853" indent="0">
              <a:buNone/>
              <a:defRPr sz="1173" b="1"/>
            </a:lvl8pPr>
            <a:lvl9pPr marL="2682118" indent="0">
              <a:buNone/>
              <a:defRPr sz="1173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1837055"/>
            <a:ext cx="5183188" cy="270203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82554-AE4D-C640-AF5E-C3EA877FDE4B}" type="datetimeFigureOut">
              <a:rPr lang="en-US" smtClean="0"/>
              <a:t>10/21/18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7CE80-66DF-AB49-9D5A-D0DE2FB2C7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8692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82554-AE4D-C640-AF5E-C3EA877FDE4B}" type="datetimeFigureOut">
              <a:rPr lang="en-US" smtClean="0"/>
              <a:t>10/21/18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7CE80-66DF-AB49-9D5A-D0DE2FB2C7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430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82554-AE4D-C640-AF5E-C3EA877FDE4B}" type="datetimeFigureOut">
              <a:rPr lang="en-US" smtClean="0"/>
              <a:t>10/21/18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7CE80-66DF-AB49-9D5A-D0DE2FB2C7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3701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35280"/>
            <a:ext cx="3932237" cy="1173480"/>
          </a:xfrm>
        </p:spPr>
        <p:txBody>
          <a:bodyPr anchor="b"/>
          <a:lstStyle>
            <a:lvl1pPr>
              <a:defRPr sz="234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724112"/>
            <a:ext cx="6172200" cy="3573992"/>
          </a:xfrm>
        </p:spPr>
        <p:txBody>
          <a:bodyPr/>
          <a:lstStyle>
            <a:lvl1pPr>
              <a:defRPr sz="2347"/>
            </a:lvl1pPr>
            <a:lvl2pPr>
              <a:defRPr sz="2053"/>
            </a:lvl2pPr>
            <a:lvl3pPr>
              <a:defRPr sz="1760"/>
            </a:lvl3pPr>
            <a:lvl4pPr>
              <a:defRPr sz="1467"/>
            </a:lvl4pPr>
            <a:lvl5pPr>
              <a:defRPr sz="1467"/>
            </a:lvl5pPr>
            <a:lvl6pPr>
              <a:defRPr sz="1467"/>
            </a:lvl6pPr>
            <a:lvl7pPr>
              <a:defRPr sz="1467"/>
            </a:lvl7pPr>
            <a:lvl8pPr>
              <a:defRPr sz="1467"/>
            </a:lvl8pPr>
            <a:lvl9pPr>
              <a:defRPr sz="1467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508760"/>
            <a:ext cx="3932237" cy="2795165"/>
          </a:xfrm>
        </p:spPr>
        <p:txBody>
          <a:bodyPr/>
          <a:lstStyle>
            <a:lvl1pPr marL="0" indent="0">
              <a:buNone/>
              <a:defRPr sz="1173"/>
            </a:lvl1pPr>
            <a:lvl2pPr marL="335265" indent="0">
              <a:buNone/>
              <a:defRPr sz="1027"/>
            </a:lvl2pPr>
            <a:lvl3pPr marL="670530" indent="0">
              <a:buNone/>
              <a:defRPr sz="880"/>
            </a:lvl3pPr>
            <a:lvl4pPr marL="1005794" indent="0">
              <a:buNone/>
              <a:defRPr sz="733"/>
            </a:lvl4pPr>
            <a:lvl5pPr marL="1341059" indent="0">
              <a:buNone/>
              <a:defRPr sz="733"/>
            </a:lvl5pPr>
            <a:lvl6pPr marL="1676324" indent="0">
              <a:buNone/>
              <a:defRPr sz="733"/>
            </a:lvl6pPr>
            <a:lvl7pPr marL="2011589" indent="0">
              <a:buNone/>
              <a:defRPr sz="733"/>
            </a:lvl7pPr>
            <a:lvl8pPr marL="2346853" indent="0">
              <a:buNone/>
              <a:defRPr sz="733"/>
            </a:lvl8pPr>
            <a:lvl9pPr marL="2682118" indent="0">
              <a:buNone/>
              <a:defRPr sz="733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82554-AE4D-C640-AF5E-C3EA877FDE4B}" type="datetimeFigureOut">
              <a:rPr lang="en-US" smtClean="0"/>
              <a:t>10/21/18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7CE80-66DF-AB49-9D5A-D0DE2FB2C7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0299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35280"/>
            <a:ext cx="3932237" cy="1173480"/>
          </a:xfrm>
        </p:spPr>
        <p:txBody>
          <a:bodyPr anchor="b"/>
          <a:lstStyle>
            <a:lvl1pPr>
              <a:defRPr sz="234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724112"/>
            <a:ext cx="6172200" cy="3573992"/>
          </a:xfrm>
        </p:spPr>
        <p:txBody>
          <a:bodyPr anchor="t"/>
          <a:lstStyle>
            <a:lvl1pPr marL="0" indent="0">
              <a:buNone/>
              <a:defRPr sz="2347"/>
            </a:lvl1pPr>
            <a:lvl2pPr marL="335265" indent="0">
              <a:buNone/>
              <a:defRPr sz="2053"/>
            </a:lvl2pPr>
            <a:lvl3pPr marL="670530" indent="0">
              <a:buNone/>
              <a:defRPr sz="1760"/>
            </a:lvl3pPr>
            <a:lvl4pPr marL="1005794" indent="0">
              <a:buNone/>
              <a:defRPr sz="1467"/>
            </a:lvl4pPr>
            <a:lvl5pPr marL="1341059" indent="0">
              <a:buNone/>
              <a:defRPr sz="1467"/>
            </a:lvl5pPr>
            <a:lvl6pPr marL="1676324" indent="0">
              <a:buNone/>
              <a:defRPr sz="1467"/>
            </a:lvl6pPr>
            <a:lvl7pPr marL="2011589" indent="0">
              <a:buNone/>
              <a:defRPr sz="1467"/>
            </a:lvl7pPr>
            <a:lvl8pPr marL="2346853" indent="0">
              <a:buNone/>
              <a:defRPr sz="1467"/>
            </a:lvl8pPr>
            <a:lvl9pPr marL="2682118" indent="0">
              <a:buNone/>
              <a:defRPr sz="14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508760"/>
            <a:ext cx="3932237" cy="2795165"/>
          </a:xfrm>
        </p:spPr>
        <p:txBody>
          <a:bodyPr/>
          <a:lstStyle>
            <a:lvl1pPr marL="0" indent="0">
              <a:buNone/>
              <a:defRPr sz="1173"/>
            </a:lvl1pPr>
            <a:lvl2pPr marL="335265" indent="0">
              <a:buNone/>
              <a:defRPr sz="1027"/>
            </a:lvl2pPr>
            <a:lvl3pPr marL="670530" indent="0">
              <a:buNone/>
              <a:defRPr sz="880"/>
            </a:lvl3pPr>
            <a:lvl4pPr marL="1005794" indent="0">
              <a:buNone/>
              <a:defRPr sz="733"/>
            </a:lvl4pPr>
            <a:lvl5pPr marL="1341059" indent="0">
              <a:buNone/>
              <a:defRPr sz="733"/>
            </a:lvl5pPr>
            <a:lvl6pPr marL="1676324" indent="0">
              <a:buNone/>
              <a:defRPr sz="733"/>
            </a:lvl6pPr>
            <a:lvl7pPr marL="2011589" indent="0">
              <a:buNone/>
              <a:defRPr sz="733"/>
            </a:lvl7pPr>
            <a:lvl8pPr marL="2346853" indent="0">
              <a:buNone/>
              <a:defRPr sz="733"/>
            </a:lvl8pPr>
            <a:lvl9pPr marL="2682118" indent="0">
              <a:buNone/>
              <a:defRPr sz="733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82554-AE4D-C640-AF5E-C3EA877FDE4B}" type="datetimeFigureOut">
              <a:rPr lang="en-US" smtClean="0"/>
              <a:t>10/21/18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7CE80-66DF-AB49-9D5A-D0DE2FB2C7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396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82554-AE4D-C640-AF5E-C3EA877FDE4B}" type="datetimeFigureOut">
              <a:rPr lang="en-US" smtClean="0"/>
              <a:t>10/21/18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7CE80-66DF-AB49-9D5A-D0DE2FB2C7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9903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267758"/>
            <a:ext cx="2628900" cy="426201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267758"/>
            <a:ext cx="7734300" cy="426201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82554-AE4D-C640-AF5E-C3EA877FDE4B}" type="datetimeFigureOut">
              <a:rPr lang="en-US" smtClean="0"/>
              <a:t>10/21/18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7CE80-66DF-AB49-9D5A-D0DE2FB2C7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5944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267758"/>
            <a:ext cx="10515600" cy="9720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338792"/>
            <a:ext cx="10515600" cy="31909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4661324"/>
            <a:ext cx="2743200" cy="2677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A82554-AE4D-C640-AF5E-C3EA877FDE4B}" type="datetimeFigureOut">
              <a:rPr lang="en-US" smtClean="0"/>
              <a:t>10/21/18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4661324"/>
            <a:ext cx="4114800" cy="2677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4661324"/>
            <a:ext cx="2743200" cy="2677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B7CE80-66DF-AB49-9D5A-D0DE2FB2C7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961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70530" rtl="0" eaLnBrk="1" latinLnBrk="0" hangingPunct="1">
        <a:lnSpc>
          <a:spcPct val="90000"/>
        </a:lnSpc>
        <a:spcBef>
          <a:spcPct val="0"/>
        </a:spcBef>
        <a:buNone/>
        <a:defRPr sz="322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7632" indent="-167632" algn="l" defTabSz="670530" rtl="0" eaLnBrk="1" latinLnBrk="0" hangingPunct="1">
        <a:lnSpc>
          <a:spcPct val="90000"/>
        </a:lnSpc>
        <a:spcBef>
          <a:spcPts val="733"/>
        </a:spcBef>
        <a:buFont typeface="Arial" panose="020B0604020202020204" pitchFamily="34" charset="0"/>
        <a:buChar char="•"/>
        <a:defRPr sz="2053" kern="1200">
          <a:solidFill>
            <a:schemeClr val="tx1"/>
          </a:solidFill>
          <a:latin typeface="+mn-lt"/>
          <a:ea typeface="+mn-ea"/>
          <a:cs typeface="+mn-cs"/>
        </a:defRPr>
      </a:lvl1pPr>
      <a:lvl2pPr marL="502897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760" kern="1200">
          <a:solidFill>
            <a:schemeClr val="tx1"/>
          </a:solidFill>
          <a:latin typeface="+mn-lt"/>
          <a:ea typeface="+mn-ea"/>
          <a:cs typeface="+mn-cs"/>
        </a:defRPr>
      </a:lvl2pPr>
      <a:lvl3pPr marL="838162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467" kern="1200">
          <a:solidFill>
            <a:schemeClr val="tx1"/>
          </a:solidFill>
          <a:latin typeface="+mn-lt"/>
          <a:ea typeface="+mn-ea"/>
          <a:cs typeface="+mn-cs"/>
        </a:defRPr>
      </a:lvl3pPr>
      <a:lvl4pPr marL="1173427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4pPr>
      <a:lvl5pPr marL="1508691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5pPr>
      <a:lvl6pPr marL="1843956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6pPr>
      <a:lvl7pPr marL="2179221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7pPr>
      <a:lvl8pPr marL="2514486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8pPr>
      <a:lvl9pPr marL="2849750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1pPr>
      <a:lvl2pPr marL="335265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2pPr>
      <a:lvl3pPr marL="670530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3pPr>
      <a:lvl4pPr marL="1005794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4pPr>
      <a:lvl5pPr marL="1341059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5pPr>
      <a:lvl6pPr marL="1676324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6pPr>
      <a:lvl7pPr marL="2011589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7pPr>
      <a:lvl8pPr marL="2346853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8pPr>
      <a:lvl9pPr marL="2682118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5D847F2-75A2-4346-8076-83DA958C36BC}"/>
              </a:ext>
            </a:extLst>
          </p:cNvPr>
          <p:cNvSpPr/>
          <p:nvPr/>
        </p:nvSpPr>
        <p:spPr>
          <a:xfrm>
            <a:off x="9122227" y="968827"/>
            <a:ext cx="1099457" cy="372874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BA9FA4C-D49D-604F-BDA8-CB7CD6428843}"/>
              </a:ext>
            </a:extLst>
          </p:cNvPr>
          <p:cNvSpPr/>
          <p:nvPr/>
        </p:nvSpPr>
        <p:spPr>
          <a:xfrm>
            <a:off x="6923314" y="968828"/>
            <a:ext cx="1099457" cy="372874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C276956-950F-1742-854B-29237286F286}"/>
              </a:ext>
            </a:extLst>
          </p:cNvPr>
          <p:cNvSpPr/>
          <p:nvPr/>
        </p:nvSpPr>
        <p:spPr>
          <a:xfrm>
            <a:off x="3624944" y="3075604"/>
            <a:ext cx="1099457" cy="6858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dirty="0"/>
              <a:t>4KB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F62A83D-9135-F74E-A74A-8828ED7238A6}"/>
              </a:ext>
            </a:extLst>
          </p:cNvPr>
          <p:cNvSpPr/>
          <p:nvPr/>
        </p:nvSpPr>
        <p:spPr>
          <a:xfrm>
            <a:off x="5823858" y="3075604"/>
            <a:ext cx="1099457" cy="6858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dirty="0"/>
              <a:t>…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BFDCAD-B119-1D43-8CA6-B9B05885D464}"/>
              </a:ext>
            </a:extLst>
          </p:cNvPr>
          <p:cNvSpPr txBox="1"/>
          <p:nvPr/>
        </p:nvSpPr>
        <p:spPr>
          <a:xfrm>
            <a:off x="428644" y="1723153"/>
            <a:ext cx="25168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Guest page-tables: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835BB0A-A892-654D-A9C0-1210CAF2B42A}"/>
              </a:ext>
            </a:extLst>
          </p:cNvPr>
          <p:cNvSpPr txBox="1"/>
          <p:nvPr/>
        </p:nvSpPr>
        <p:spPr>
          <a:xfrm>
            <a:off x="506390" y="3187672"/>
            <a:ext cx="23613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Host page-tables: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85D573E-F67F-3942-9ABF-8A443D05C9CA}"/>
              </a:ext>
            </a:extLst>
          </p:cNvPr>
          <p:cNvSpPr/>
          <p:nvPr/>
        </p:nvSpPr>
        <p:spPr>
          <a:xfrm>
            <a:off x="6923315" y="3075604"/>
            <a:ext cx="1099457" cy="685800"/>
          </a:xfrm>
          <a:prstGeom prst="rect">
            <a:avLst/>
          </a:prstGeom>
          <a:noFill/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dirty="0"/>
              <a:t>4KB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462CB8-C100-7A46-8CC0-2BF2BA62D342}"/>
              </a:ext>
            </a:extLst>
          </p:cNvPr>
          <p:cNvSpPr/>
          <p:nvPr/>
        </p:nvSpPr>
        <p:spPr>
          <a:xfrm>
            <a:off x="8022772" y="3075604"/>
            <a:ext cx="1099457" cy="6858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dirty="0"/>
              <a:t>4KB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304E3D3-9214-3A4E-B823-5EDFAAE9019E}"/>
              </a:ext>
            </a:extLst>
          </p:cNvPr>
          <p:cNvSpPr/>
          <p:nvPr/>
        </p:nvSpPr>
        <p:spPr>
          <a:xfrm>
            <a:off x="9122229" y="3075604"/>
            <a:ext cx="1099457" cy="685800"/>
          </a:xfrm>
          <a:prstGeom prst="rect">
            <a:avLst/>
          </a:prstGeom>
          <a:noFill/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dirty="0"/>
              <a:t>4KB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0216660-AFE9-0D4D-BE39-FA4FE166FE66}"/>
              </a:ext>
            </a:extLst>
          </p:cNvPr>
          <p:cNvSpPr/>
          <p:nvPr/>
        </p:nvSpPr>
        <p:spPr>
          <a:xfrm>
            <a:off x="9122229" y="1611085"/>
            <a:ext cx="1099457" cy="685800"/>
          </a:xfrm>
          <a:prstGeom prst="rect">
            <a:avLst/>
          </a:prstGeom>
          <a:noFill/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dirty="0"/>
              <a:t>4KB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F7FC9F5-B382-7646-A70F-FA80BB991C8C}"/>
              </a:ext>
            </a:extLst>
          </p:cNvPr>
          <p:cNvSpPr/>
          <p:nvPr/>
        </p:nvSpPr>
        <p:spPr>
          <a:xfrm>
            <a:off x="4724400" y="968828"/>
            <a:ext cx="1099457" cy="372874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640026-9D81-5A48-A353-45503911A949}"/>
              </a:ext>
            </a:extLst>
          </p:cNvPr>
          <p:cNvSpPr/>
          <p:nvPr/>
        </p:nvSpPr>
        <p:spPr>
          <a:xfrm>
            <a:off x="4724401" y="3075604"/>
            <a:ext cx="1099457" cy="685800"/>
          </a:xfrm>
          <a:prstGeom prst="rect">
            <a:avLst/>
          </a:prstGeom>
          <a:noFill/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dirty="0"/>
              <a:t>4KB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6A1CF1-F1B1-5C47-8419-6A1940D390BF}"/>
              </a:ext>
            </a:extLst>
          </p:cNvPr>
          <p:cNvSpPr/>
          <p:nvPr/>
        </p:nvSpPr>
        <p:spPr>
          <a:xfrm>
            <a:off x="3624944" y="1611085"/>
            <a:ext cx="5497285" cy="685800"/>
          </a:xfrm>
          <a:prstGeom prst="rect">
            <a:avLst/>
          </a:prstGeom>
          <a:noFill/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dirty="0"/>
              <a:t>2MB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2A64414-CCF6-ED47-9AA1-B713678B6EB4}"/>
              </a:ext>
            </a:extLst>
          </p:cNvPr>
          <p:cNvSpPr txBox="1"/>
          <p:nvPr/>
        </p:nvSpPr>
        <p:spPr>
          <a:xfrm>
            <a:off x="4724400" y="507162"/>
            <a:ext cx="10994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AB285BF-CE8E-434E-922E-7F2E600B491B}"/>
              </a:ext>
            </a:extLst>
          </p:cNvPr>
          <p:cNvSpPr txBox="1"/>
          <p:nvPr/>
        </p:nvSpPr>
        <p:spPr>
          <a:xfrm>
            <a:off x="6923314" y="507162"/>
            <a:ext cx="10994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B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C9516B1-C191-8143-BE11-091DE43FE88D}"/>
              </a:ext>
            </a:extLst>
          </p:cNvPr>
          <p:cNvSpPr txBox="1"/>
          <p:nvPr/>
        </p:nvSpPr>
        <p:spPr>
          <a:xfrm>
            <a:off x="9122225" y="507161"/>
            <a:ext cx="10994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C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784C149-44DF-9E48-93A7-24D958E58546}"/>
              </a:ext>
            </a:extLst>
          </p:cNvPr>
          <p:cNvSpPr/>
          <p:nvPr/>
        </p:nvSpPr>
        <p:spPr>
          <a:xfrm>
            <a:off x="10221682" y="1611085"/>
            <a:ext cx="1099457" cy="685800"/>
          </a:xfrm>
          <a:prstGeom prst="rect">
            <a:avLst/>
          </a:prstGeom>
          <a:noFill/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dirty="0"/>
              <a:t>4KB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8DAE43F-AE09-CD4F-ADE7-1CD57EFFBDEB}"/>
              </a:ext>
            </a:extLst>
          </p:cNvPr>
          <p:cNvSpPr/>
          <p:nvPr/>
        </p:nvSpPr>
        <p:spPr>
          <a:xfrm>
            <a:off x="10221682" y="3075604"/>
            <a:ext cx="1099457" cy="685800"/>
          </a:xfrm>
          <a:prstGeom prst="rect">
            <a:avLst/>
          </a:prstGeom>
          <a:noFill/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dirty="0"/>
              <a:t>4KB</a:t>
            </a:r>
          </a:p>
        </p:txBody>
      </p:sp>
    </p:spTree>
    <p:extLst>
      <p:ext uri="{BB962C8B-B14F-4D97-AF65-F5344CB8AC3E}">
        <p14:creationId xmlns:p14="http://schemas.microsoft.com/office/powerpoint/2010/main" val="21513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126</TotalTime>
  <Words>19</Words>
  <Application>Microsoft Macintosh PowerPoint</Application>
  <PresentationFormat>Custom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Nadav Amit</dc:creator>
  <cp:lastModifiedBy>Nadav Amit</cp:lastModifiedBy>
  <cp:revision>4</cp:revision>
  <dcterms:created xsi:type="dcterms:W3CDTF">2018-10-21T22:05:05Z</dcterms:created>
  <dcterms:modified xsi:type="dcterms:W3CDTF">2018-10-22T00:11:44Z</dcterms:modified>
</cp:coreProperties>
</file>